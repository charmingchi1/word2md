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主力品类季度销量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智能手表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</c:v>
                </c:pt>
                <c:pt idx="1">
                  <c:v>1050</c:v>
                </c:pt>
                <c:pt idx="2">
                  <c:v>1240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智能音箱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600</c:v>
                </c:pt>
                <c:pt idx="1">
                  <c:v>720</c:v>
                </c:pt>
                <c:pt idx="2">
                  <c:v>860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强调合格率环比提升 0.7 个百分点。</a:t>
            </a:r>
          </a:p>
          <a:p>
            <a:r>
              <a:t>下季度重点关注批次 B-2050。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porta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年第三季度业务复盘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汇报人：张伟　|　数据截至 2026-09-30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本季度关键进展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营收同比增长 18%</a:t>
            </a:r>
          </a:p>
          <a:p>
            <a:pPr lvl="1"/>
            <a:r>
              <a:t>其中海外市场贡献 42%</a:t>
            </a:r>
          </a:p>
          <a:p>
            <a:pPr lvl="2"/>
            <a:r>
              <a:t>同比增长 31%</a:t>
            </a:r>
          </a:p>
          <a:p>
            <a:pPr lvl="1"/>
            <a:r>
              <a:t>重点客户新增 7 家</a:t>
            </a:r>
          </a:p>
          <a:p>
            <a:r>
              <a:rPr b="1"/>
              <a:t>风险提示</a:t>
            </a:r>
            <a:r>
              <a:t>：供应链交付周期仍偏长（</a:t>
            </a:r>
            <a:r>
              <a:rPr i="1"/>
              <a:t>详见报告</a:t>
            </a:r>
            <a:r>
              <a:t>）</a:t>
            </a:r>
          </a:p>
          <a:p>
            <a:r>
              <a:rPr>
                <a:hlinkClick r:id="rId2"/>
              </a:rPr>
              <a:t>内部门户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分区域销售数据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销量(台)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+6%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合计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4,700 | 含渠道</a:t>
                      </a:r>
                    </a:p>
                    <a:p>
                      <a:r>
                        <a:t>+12%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季度销量走势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737360"/>
          <a:ext cx="7315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质量看板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_tmp_tex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572000" cy="11430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5669280" y="1828800"/>
            <a:ext cx="2743200" cy="1600200"/>
            <a:chOff x="5669280" y="1828800"/>
            <a:chExt cx="2743200" cy="1600200"/>
          </a:xfrm>
        </p:grpSpPr>
        <p:sp>
          <p:nvSpPr>
            <p:cNvPr id="6" name="TextBox 5"/>
            <p:cNvSpPr txBox="1"/>
            <p:nvPr/>
          </p:nvSpPr>
          <p:spPr>
            <a:xfrm>
              <a:off x="5669280" y="18288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组合形状内的文字框</a:t>
              </a:r>
            </a:p>
          </p:txBody>
        </p:sp>
        <p:pic>
          <p:nvPicPr>
            <p:cNvPr id="7" name="Picture 6" descr="_tmp_text_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9280" y="2743200"/>
              <a:ext cx="2743200" cy="685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附录：口径说明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补充说明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这一段是普通文本框内容</a:t>
            </a:r>
          </a:p>
          <a:p>
            <a:pPr>
              <a:buChar char="•"/>
            </a:pPr>
            <a:r>
              <a:t>这一行手工加了项目符号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